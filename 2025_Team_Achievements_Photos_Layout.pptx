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2025 Team Achievements – RET, CMT &amp; iCAPS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Delivery Summary</a:t>
            </a:r>
          </a:p>
          <a:p>
            <a:pPr lvl="1">
              <a:defRPr sz="1400"/>
            </a:pPr>
            <a:r>
              <a:t>11-member team delivering across RET, CMT &amp; iCAPS</a:t>
            </a:r>
          </a:p>
          <a:p>
            <a:pPr lvl="1">
              <a:defRPr sz="1400"/>
            </a:pPr>
            <a:r>
              <a:t>~600 JIRAs delivered with 100% on-time commitments</a:t>
            </a:r>
          </a:p>
          <a:p>
            <a:pPr lvl="1">
              <a:defRPr sz="1400"/>
            </a:pPr>
            <a:r>
              <a:t>Staging &amp; consumption onboarding completed across platforms</a:t>
            </a:r>
          </a:p>
          <a:p>
            <a:pPr lvl="1">
              <a:defRPr sz="1400"/>
            </a:pPr>
            <a:r>
              <a:t>All OCC commitments met or exceeded</a:t>
            </a:r>
          </a:p>
          <a:p>
            <a:pPr>
              <a:defRPr sz="1400"/>
            </a:pPr>
          </a:p>
          <a:p>
            <a:pPr>
              <a:defRPr sz="1800" b="1"/>
            </a:pPr>
            <a:r>
              <a:t>Key Platform Highlights</a:t>
            </a:r>
          </a:p>
          <a:p>
            <a:pPr lvl="1">
              <a:defRPr sz="1400"/>
            </a:pPr>
            <a:r>
              <a:t>CMT: 200 JIRAs, 15 consumption tables, end-to-end delivery ahead of timeline</a:t>
            </a:r>
          </a:p>
          <a:p>
            <a:pPr lvl="1">
              <a:defRPr sz="1400"/>
            </a:pPr>
            <a:r>
              <a:t>iCAPS: 200 JIRAs, full &amp; delta feeds for POA, Talend exit completed</a:t>
            </a:r>
          </a:p>
          <a:p>
            <a:pPr lvl="1">
              <a:defRPr sz="1400"/>
            </a:pPr>
            <a:r>
              <a:t>RET: 200 JIRAs, data modelling, transformation &amp; dashboards for Exam, RI &amp; Gold Source</a:t>
            </a:r>
          </a:p>
          <a:p>
            <a:pPr>
              <a:defRPr sz="1400"/>
            </a:pPr>
          </a:p>
          <a:p>
            <a:pPr>
              <a:defRPr sz="1800" b="1"/>
            </a:pPr>
            <a:r>
              <a:t>Business Impact</a:t>
            </a:r>
          </a:p>
          <a:p>
            <a:pPr lvl="1">
              <a:defRPr sz="1400"/>
            </a:pPr>
            <a:r>
              <a:t>Accelerated delivery with strong ownership</a:t>
            </a:r>
          </a:p>
          <a:p>
            <a:pPr lvl="1">
              <a:defRPr sz="1400"/>
            </a:pPr>
            <a:r>
              <a:t>Platform modernization and pipeline standardization</a:t>
            </a:r>
          </a:p>
          <a:p>
            <a:pPr lvl="1">
              <a:defRPr sz="1400"/>
            </a:pPr>
            <a:r>
              <a:t>High-quality, scalable data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Team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73736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73736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83464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4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83464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83464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93192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93192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93192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502920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502920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5029200"/>
            <a:ext cx="100584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Photo</a:t>
            </a:r>
          </a:p>
          <a:p>
            <a:r>
              <a:t>Member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