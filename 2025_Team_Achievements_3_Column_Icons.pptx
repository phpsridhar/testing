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2025 Team Achievements – RET | CMT | iCAPS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11 Resources  |  ~600 JIRAs Delivered  |  On-time OCC Commitments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828800"/>
            <a:ext cx="7315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CMT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3464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200 JIRAs delivered</a:t>
            </a:r>
          </a:p>
          <a:p>
            <a:pPr>
              <a:defRPr sz="1400"/>
            </a:pPr>
            <a:r>
              <a:t>CMT tables onboarded to staging</a:t>
            </a:r>
          </a:p>
          <a:p>
            <a:pPr>
              <a:defRPr sz="1400"/>
            </a:pPr>
            <a:r>
              <a:t>15 consumption tables delivered</a:t>
            </a:r>
          </a:p>
          <a:p>
            <a:pPr>
              <a:defRPr sz="1400"/>
            </a:pPr>
            <a:r>
              <a:t>End-to-end delivery ahead of OCC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7315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iCAPS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3464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200 JIRAs delivered</a:t>
            </a:r>
          </a:p>
          <a:p>
            <a:pPr>
              <a:defRPr sz="1400"/>
            </a:pPr>
            <a:r>
              <a:t>iCAPS tables onboarded to staging</a:t>
            </a:r>
          </a:p>
          <a:p>
            <a:pPr>
              <a:defRPr sz="1400"/>
            </a:pPr>
            <a:r>
              <a:t>Full &amp; delta feed generation for POA</a:t>
            </a:r>
          </a:p>
          <a:p>
            <a:pPr>
              <a:defRPr sz="1400"/>
            </a:pPr>
            <a:r>
              <a:t>Talend exit via Control Data Platform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828800"/>
            <a:ext cx="7315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3464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200 JIRAs delivered</a:t>
            </a:r>
          </a:p>
          <a:p>
            <a:pPr>
              <a:defRPr sz="1400"/>
            </a:pPr>
            <a:r>
              <a:t>RET tables onboarded to staging</a:t>
            </a:r>
          </a:p>
          <a:p>
            <a:pPr>
              <a:defRPr sz="1400"/>
            </a:pPr>
            <a:r>
              <a:t>Data modelling, transformation &amp; consumption</a:t>
            </a:r>
          </a:p>
          <a:p>
            <a:pPr>
              <a:defRPr sz="1400"/>
            </a:pPr>
            <a:r>
              <a:t>Tableau dashboards for Exam, RI &amp; Gold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